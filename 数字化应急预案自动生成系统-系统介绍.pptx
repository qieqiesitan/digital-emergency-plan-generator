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开场：这是一套面向企业安全管理人员的智能预案编制平台。核心思路是：企业数据 + 国标模板 + AI 引擎，把过去需要数周的专业预案编制，压缩到填数据、点生成两步。系统覆盖综合、专项、现场处置三类预案，并支持一键导出标准 Word 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先讲痛点：传统预案编制周期长、依赖专家、内容容易和企业实际脱节，而且法规更新快，容易踩合规红线。对中小企业尤其明显——养不起专职安全专家，又必须满足监管要求。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方案一句话：把编制预案变成填数据加一键生成。左边三大支柱——结构化的企业数据、国标模板框架、AI 生成引擎。右边是硬指标：三类预案、GB 6441-2025 的 27 类事故风险辨识、四种主流大模型可选、一键导出标准 Word。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使用流程是四步闭环：第一步录入企业数据，第二步 AI 按章节自动生成、可以流式查看，第三步在富文本编辑器里人工精修，第四步一键导出符合公文格式的 Word。全程有自动保存、必填校验和版本回滚兜底。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三类预案：综合应急预案管企业整体框架，专项应急预案针对火灾、触电等特定事故类型，现场处置方案是一线班组能直接照做的操作卡片。三者章节结构都覆盖 GB/T 29639-2020，风险辨识对接 GB 6441-2025 的 27 类事故。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引擎的四个关键词：一是多模型，OpenAI、通义千问、文心一言、DeepSeek 都能接，用户自己配 Key；二是流式输出，生成过程实时可见；三是智能注入企业数据，保证不编造；四是提示词两级可配置，把国标合规要点写进生成约束里。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不止是预案生成，系统已经延伸到风险管理全链条：风险评估报告、应急资源调查、法规库智能引用、风险分级管控、风险告知卡加 AI 标志审查、隐患登记到复查的闭环。客户已有的数据都能在系统里持续沉淀和复用。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延伸能力：企业驾驶舱让管理层一屏看风险；移动端 PWA 不用装 App，现场巡检时手机就能看预案、报隐患，还支持离线；四色图 AI 把厂区风险分布自动画出来。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信任保障四件事：第一，预案结构严格按 GB/T 29639-2020，风险辨识按 GB 6441-2025 的 27 类事故口径；第二，导出是标准公文格式；第三，数据按用户行级隔离，API Key 加密存储；第四，支持 Docker 一键部署和私有化。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收尾：一句话总结——让预案编制快一步、稳一步。合规有据、生成高效、落地可用，三个价值对应客户最关心的三件事。欢迎现场试用或预约演示，也支持私有化部署咨询。谢谢。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943600" cy="5943600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1D334F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2926080" cy="2926080"/>
          </a:xfrm>
          <a:prstGeom prst="roundRect">
            <a:avLst>
              <a:gd name="adj" fmla="val 15625"/>
            </a:avLst>
          </a:prstGeom>
          <a:solidFill>
            <a:srgbClr val="1D33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面向企业安全管理人员的智能预案编制平台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企业数据 · 国标模板 · AI 引擎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D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GB/T 29639-2020 为合规基础，自动生成综合应急预案、专项应急预案、现场处置方案，一键导出标准 Word 文档。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240280" cy="566928"/>
          </a:xfrm>
          <a:prstGeom prst="roundRect">
            <a:avLst>
              <a:gd name="adj" fmla="val 80645"/>
            </a:avLst>
          </a:prstGeom>
          <a:solidFill>
            <a:srgbClr val="2E8B57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9028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综合应急预案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55848" y="4572000"/>
            <a:ext cx="2240280" cy="566928"/>
          </a:xfrm>
          <a:prstGeom prst="roundRect">
            <a:avLst>
              <a:gd name="adj" fmla="val 80645"/>
            </a:avLst>
          </a:prstGeom>
          <a:solidFill>
            <a:srgbClr val="FFFFFF">
              <a:alpha val="0"/>
            </a:srgbClr>
          </a:solidFill>
          <a:ln w="15240">
            <a:solidFill>
              <a:srgbClr val="7E9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459028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专项应急预案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88736" y="4572000"/>
            <a:ext cx="2240280" cy="566928"/>
          </a:xfrm>
          <a:prstGeom prst="roundRect">
            <a:avLst>
              <a:gd name="adj" fmla="val 80645"/>
            </a:avLst>
          </a:prstGeom>
          <a:solidFill>
            <a:srgbClr val="FFFFFF">
              <a:alpha val="0"/>
            </a:srgbClr>
          </a:solidFill>
          <a:ln w="15240">
            <a:solidFill>
              <a:srgbClr val="7E93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88736" y="459028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现场处置方案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spc="100" kern="0" dirty="0">
                <a:solidFill>
                  <a:srgbClr val="8FA6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· 合规约束 · 智能生成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行业现状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传统预案编制，为什么又难又慢？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625014" cy="30632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947672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2100743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679192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编制周期长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8952" y="3136392"/>
            <a:ext cx="21129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资料收集、专家撰写、多轮评审，一份预案动辄数周，年检修订更是反复投入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6534" y="1691640"/>
            <a:ext cx="2625014" cy="30632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2566" y="1947672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636" y="210074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2566" y="2679192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专业门槛高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612566" y="3136392"/>
            <a:ext cx="21129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依赖注册安全工程师的经验与法规积累，中小企业难以长期负担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0148" y="1691640"/>
            <a:ext cx="2625014" cy="30632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6180" y="1947672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250" y="210074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6180" y="2679192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内容易脱节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466180" y="3136392"/>
            <a:ext cx="21129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套用通用模板，与企业实际风险、资源、组织脱节，关键时刻难落地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63761" y="1691640"/>
            <a:ext cx="2625014" cy="30632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19793" y="1947672"/>
            <a:ext cx="566928" cy="566928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64" y="2100743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9793" y="2679192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合规有风险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9319793" y="3136392"/>
            <a:ext cx="21129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章节结构与风险辨识跟不上 GB/T 29639-2020、GB 6441-2025 最新要求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51663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一份可用、合规的应急预案，是安全管理的基本盘，也是事故应对的第一道防线。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解决方案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把「编制预案」变成「填数据 + 点生成」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6720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5740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221047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470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结构化企业数据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26771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企业信息、组织架构、风险源、应急资源一次录入，多份预案持续复用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6720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" y="370332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23" y="385639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49300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国标模板框架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391363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GB/T 29639-2020 预置三类预案章节结构，AI 生成与人工编辑双模式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937760"/>
            <a:ext cx="6720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8952" y="534924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23" y="5502311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51389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生成引擎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08760" y="555955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多模型适配、流式输出，生成时智能注入企业真实数据，内容不编造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543800" y="1645920"/>
            <a:ext cx="4142232" cy="4617720"/>
          </a:xfrm>
          <a:prstGeom prst="roundRect">
            <a:avLst>
              <a:gd name="adj" fmla="val 2649"/>
            </a:avLst>
          </a:prstGeom>
          <a:solidFill>
            <a:srgbClr val="1F3A5F"/>
          </a:solidFill>
          <a:ln/>
        </p:spPr>
      </p:sp>
      <p:sp>
        <p:nvSpPr>
          <p:cNvPr id="22" name="Text 17"/>
          <p:cNvSpPr/>
          <p:nvPr/>
        </p:nvSpPr>
        <p:spPr>
          <a:xfrm>
            <a:off x="7927848" y="20299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3" name="Text 18"/>
          <p:cNvSpPr/>
          <p:nvPr/>
        </p:nvSpPr>
        <p:spPr>
          <a:xfrm>
            <a:off x="7927848" y="2670048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类预案自动生成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927848" y="3063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800" dirty="0"/>
          </a:p>
        </p:txBody>
      </p:sp>
      <p:sp>
        <p:nvSpPr>
          <p:cNvPr id="25" name="Text 20"/>
          <p:cNvSpPr/>
          <p:nvPr/>
        </p:nvSpPr>
        <p:spPr>
          <a:xfrm>
            <a:off x="7927848" y="370332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类事故风险辨识（GB 6441-2025）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927848" y="40965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7" name="Text 22"/>
          <p:cNvSpPr/>
          <p:nvPr/>
        </p:nvSpPr>
        <p:spPr>
          <a:xfrm>
            <a:off x="7927848" y="4736592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种主流模型可配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927848" y="512978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9" name="Text 24"/>
          <p:cNvSpPr/>
          <p:nvPr/>
        </p:nvSpPr>
        <p:spPr>
          <a:xfrm>
            <a:off x="7927848" y="5769864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键导出标准 Word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使用流程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四步闭环，让预案真正用起来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395728" cy="27889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039112"/>
            <a:ext cx="658368" cy="6583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574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数据录入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3264408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企业基本信息、组织架构、风险源、应急资源，表单化采集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26664" y="2994660"/>
            <a:ext cx="256032" cy="365760"/>
          </a:xfrm>
          <a:prstGeom prst="rightArrow">
            <a:avLst/>
          </a:prstGeom>
          <a:solidFill>
            <a:srgbClr val="B9C8D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783080"/>
            <a:ext cx="2395728" cy="27889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51376" y="2039112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4151376" y="20574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65576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2152" y="3264408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按章节自动撰写与润色，支持单章生成与一键批量，流式呈现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2994660"/>
            <a:ext cx="256032" cy="365760"/>
          </a:xfrm>
          <a:prstGeom prst="rightArrow">
            <a:avLst/>
          </a:prstGeom>
          <a:solidFill>
            <a:srgbClr val="B9C8D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62472" y="1783080"/>
            <a:ext cx="2395728" cy="27889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31152" y="2039112"/>
            <a:ext cx="658368" cy="6583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20574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45352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人工精修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1928" y="3264408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富文本编辑器逐章核对，版本快照随时回滚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86216" y="2994660"/>
            <a:ext cx="256032" cy="365760"/>
          </a:xfrm>
          <a:prstGeom prst="rightArrow">
            <a:avLst/>
          </a:prstGeom>
          <a:solidFill>
            <a:srgbClr val="B9C8DA"/>
          </a:solidFill>
          <a:ln/>
        </p:spPr>
      </p:sp>
      <p:sp>
        <p:nvSpPr>
          <p:cNvPr id="24" name="Shape 22"/>
          <p:cNvSpPr/>
          <p:nvPr/>
        </p:nvSpPr>
        <p:spPr>
          <a:xfrm>
            <a:off x="8842248" y="1783080"/>
            <a:ext cx="2395728" cy="27889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10928" y="2039112"/>
            <a:ext cx="658368" cy="6583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9710928" y="20574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25128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标准导出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61704" y="3264408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按公文格式生成 .docx：封面、批准页、目录、正文、表格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0749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秒自动保存　·　必填章节校验　·　版本快照回滚　·　导出前预览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核心能力一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一份系统，三类预案自动生成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5793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1845" y="2048256"/>
            <a:ext cx="640080" cy="640080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667" y="2221078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852928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综合应急预案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8952" y="3255264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面向企业整体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5528" y="3611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企业整体应急框架：总则、应急组织机构及职责、预警与响应、后期处置、应急保障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6882" y="1737360"/>
            <a:ext cx="355793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75808" y="2048256"/>
            <a:ext cx="640080" cy="64008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629" y="2221078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914" y="2852928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专项应急预案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914" y="3255264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面向特定事故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09490" y="3611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针对特定事故类型：适用范围、响应启动、处置措施、应急保障，与风险源自动联动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0845" y="1737360"/>
            <a:ext cx="355793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89770" y="2048256"/>
            <a:ext cx="640080" cy="640080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592" y="2221078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86877" y="2852928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现场处置方案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86877" y="3255264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面向一线班组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423453" y="3611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一线操作卡片：事故风险描述、应急工作职责、应急处置步骤、注意事项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章节结构覆盖 GB/T 29639-2020 · 事故风险辨识对接 GB 6441-2025（27 类）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核心能力二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生成引擎：专业、可控、可追溯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29968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83039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48256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多模型适配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" y="2724912"/>
            <a:ext cx="487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OpenAI、通义千问、文心一言、DeepSeek 统一接口，用户自配 Key，自由切换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23864" y="1737360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8184" y="2029968"/>
            <a:ext cx="566928" cy="566928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54" y="218303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9704" y="2048256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流式输出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16472" y="2724912"/>
            <a:ext cx="487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章节内容边生成边呈现，支持单章生成与一键批量，可随时停止重新生成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959352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4405031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70248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智能上下文注入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95528" y="4946904"/>
            <a:ext cx="487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自动带入企业数据与风险源信息，避免内容编造，保证预案与企业实际一致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23864" y="3959352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8184" y="4251960"/>
            <a:ext cx="566928" cy="566928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254" y="440503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9704" y="4270248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提示词可配置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516472" y="4946904"/>
            <a:ext cx="487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系统级与章节级两级提示词模板，GB/T 合规要点自动约束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核心能力三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从预案编制，到风险管理完整闭环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993392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2131649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9032" y="2011680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风险评估报告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2670048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生成风险评估报告，风险等级矩阵可视化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6882" y="1737360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914" y="1993392"/>
            <a:ext cx="512064" cy="512064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172" y="213164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994" y="2011680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应急资源调查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914" y="2670048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应急资源需求-能力差距分析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0845" y="1737360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6877" y="1993392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134" y="2131649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26957" y="2011680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法规库智能引用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86877" y="2670048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法规条文精准匹配，编制依据可溯源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3867912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8952" y="412394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4262201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99032" y="4142232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风险分级管控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58952" y="480060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风险树、四色图、管控清单闭环管理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16882" y="3867912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914" y="4123944"/>
            <a:ext cx="512064" cy="512064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172" y="4262201"/>
            <a:ext cx="235549" cy="23554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994" y="4142232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风险告知卡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72914" y="480060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岗位风险告知卡自动生成，AI 标志审查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0845" y="3867912"/>
            <a:ext cx="355793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86877" y="412394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134" y="4262201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26957" y="4142232"/>
            <a:ext cx="2405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隐患管理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86877" y="480060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隐患登记-整改-复查全流程闭环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更多能力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面向全员与全场景的能力延伸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5793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0133" y="2084832"/>
            <a:ext cx="603504" cy="60350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079" y="2247778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880360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企业驾驶舱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13816" y="3401568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风险指数、待办事项、风险排行一屏总览，管理决策有据可依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6882" y="1737360"/>
            <a:ext cx="355793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94096" y="2084832"/>
            <a:ext cx="603504" cy="603504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042" y="2247778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914" y="2880360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PWA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627778" y="3401568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手机随时查看预案、风险与任务，支持离线访问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0845" y="1737360"/>
            <a:ext cx="355793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8058" y="2084832"/>
            <a:ext cx="603504" cy="60350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004" y="2247778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6877" y="2880360"/>
            <a:ext cx="3045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四色图 AI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441741" y="3401568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四色安全风险图智能生成，厂区风险一目了然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50749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 + 移动端，覆盖预案编制、评审与现场巡检全场景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信任保障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合规有据，安全可控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25014" cy="3017520"/>
          </a:xfrm>
          <a:prstGeom prst="roundRect">
            <a:avLst>
              <a:gd name="adj" fmla="val 3483"/>
            </a:avLst>
          </a:prstGeom>
          <a:solidFill>
            <a:srgbClr val="E9F3ED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11680"/>
            <a:ext cx="566928" cy="566928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216475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743200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国标合规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200400"/>
            <a:ext cx="21129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预案框架遵循 GB/T 29639-2020，事故风险辨识对接 GB 6441-2025 二十七类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6534" y="1737360"/>
            <a:ext cx="2625014" cy="301752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2566" y="201168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636" y="216475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2566" y="2743200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公文导出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2566" y="3200400"/>
            <a:ext cx="21129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黑体标题、仿宋正文、28 磅行距，封面/批准页/目录/编号/表格齐备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0148" y="1737360"/>
            <a:ext cx="2625014" cy="301752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6180" y="201168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250" y="2164751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6180" y="2743200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6180" y="3200400"/>
            <a:ext cx="21129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行级数据隔离、JWT 双 Token、API Key AES-256 加密存储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63761" y="1737360"/>
            <a:ext cx="2625014" cy="301752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19793" y="2011680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64" y="216475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9793" y="2743200"/>
            <a:ext cx="211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部署灵活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19793" y="3200400"/>
            <a:ext cx="21129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一键部署，支持企业私有化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1D33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总结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让应急预案编制，快一步、稳一步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31927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7E9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89988" y="2807208"/>
            <a:ext cx="585216" cy="585216"/>
          </a:xfrm>
          <a:prstGeom prst="ellipse">
            <a:avLst/>
          </a:prstGeom>
          <a:solidFill>
            <a:srgbClr val="33507A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996" y="2965216"/>
            <a:ext cx="269199" cy="2691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02152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合规有据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9044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国标框架 + 法规库引用，出处可溯源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34840" y="2514600"/>
            <a:ext cx="331927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7E93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1868" y="2807208"/>
            <a:ext cx="585216" cy="585216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876" y="2965216"/>
            <a:ext cx="269199" cy="2691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502152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生成高效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39044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数据一次录入，三类预案一键生成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2514600"/>
            <a:ext cx="331927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7E93A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13748" y="2807208"/>
            <a:ext cx="585216" cy="585216"/>
          </a:xfrm>
          <a:prstGeom prst="ellipse">
            <a:avLst/>
          </a:prstGeom>
          <a:solidFill>
            <a:srgbClr val="33507A"/>
          </a:solidFill>
          <a:ln/>
          <a:effectLst>
            <a:outerShdw sx="100000" sy="100000" kx="0" ky="0" algn="bl" rotWithShape="0" blurRad="127000" dist="38100" dir="2700000">
              <a:srgbClr val="D5DEE9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756" y="2965216"/>
            <a:ext cx="269199" cy="2691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502152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落地可用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29600" y="39044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专家精修 + 版本回滚，成果真正可执行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552548" y="4892040"/>
            <a:ext cx="2148840" cy="640080"/>
          </a:xfrm>
          <a:prstGeom prst="roundRect">
            <a:avLst>
              <a:gd name="adj" fmla="val 71429"/>
            </a:avLst>
          </a:prstGeom>
          <a:solidFill>
            <a:srgbClr val="2E8B57"/>
          </a:solidFill>
          <a:ln w="17780">
            <a:solidFill>
              <a:srgbClr val="2E8B5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552548" y="4919472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立即试用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021428" y="4892040"/>
            <a:ext cx="2148840" cy="640080"/>
          </a:xfrm>
          <a:prstGeom prst="roundRect">
            <a:avLst>
              <a:gd name="adj" fmla="val 71429"/>
            </a:avLst>
          </a:prstGeom>
          <a:solidFill>
            <a:srgbClr val="FFFFFF">
              <a:alpha val="0"/>
            </a:srgbClr>
          </a:solidFill>
          <a:ln w="17780">
            <a:solidFill>
              <a:srgbClr val="7E93A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1428" y="4919472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预约演示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490308" y="4892040"/>
            <a:ext cx="2148840" cy="640080"/>
          </a:xfrm>
          <a:prstGeom prst="roundRect">
            <a:avLst>
              <a:gd name="adj" fmla="val 71429"/>
            </a:avLst>
          </a:prstGeom>
          <a:solidFill>
            <a:srgbClr val="FFFFFF">
              <a:alpha val="0"/>
            </a:srgbClr>
          </a:solidFill>
          <a:ln w="17780">
            <a:solidFill>
              <a:srgbClr val="7E93A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90308" y="4919472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咨询部署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数字化应急预案自动生成系统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数字化应急预案自动生成系统 - 系统介绍</dc:title>
  <dc:subject>PptxGenJS Presentation</dc:subject>
  <dc:creator>数字化应急预案自动生成系统</dc:creator>
  <cp:lastModifiedBy>数字化应急预案自动生成系统</cp:lastModifiedBy>
  <cp:revision>1</cp:revision>
  <dcterms:created xsi:type="dcterms:W3CDTF">2026-08-21T08:59:46Z</dcterms:created>
  <dcterms:modified xsi:type="dcterms:W3CDTF">2026-08-21T08:59:46Z</dcterms:modified>
</cp:coreProperties>
</file>